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71" r:id="rId3"/>
    <p:sldId id="287" r:id="rId4"/>
    <p:sldId id="286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10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73152" cy="514350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7432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097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DataPulse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73152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4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Sales Analytics SaaS</a:t>
            </a:r>
          </a:p>
        </p:txBody>
      </p:sp>
      <p:sp>
        <p:nvSpPr>
          <p:cNvPr id="8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sales data into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224892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64008" cy="105156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280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trapped in dozens of Excel files with no single source of truth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64008" cy="105156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97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4511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2926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creating reports manually, prone to errors and inconsistencies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6830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683000"/>
            <a:ext cx="64008" cy="105156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49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Analytics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91640" y="4160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stale data; no unified dashboard or live KPIs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7569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DataPulse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42720"/>
            <a:ext cx="17780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42720"/>
            <a:ext cx="1778000" cy="54864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62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40000"/>
            <a:ext cx="177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0576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73300" y="2219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90800" y="1442720"/>
            <a:ext cx="17780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90800" y="1442720"/>
            <a:ext cx="1778000" cy="54864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00" y="17627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90800" y="2540000"/>
            <a:ext cx="177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90800" y="290576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06900" y="2219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724400" y="1442720"/>
            <a:ext cx="17780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24400" y="1442720"/>
            <a:ext cx="1778000" cy="54864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900" y="17627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24400" y="2540000"/>
            <a:ext cx="177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724400" y="290576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DAX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40500" y="2219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858000" y="1442720"/>
            <a:ext cx="17780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858000" y="1442720"/>
            <a:ext cx="1778000" cy="54864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17627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540000"/>
            <a:ext cx="177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858000" y="290576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4094479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files to business-ready analytics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423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92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9220"/>
            <a:ext cx="2606040" cy="640080"/>
          </a:xfrm>
          <a:prstGeom prst="rect">
            <a:avLst/>
          </a:prstGeom>
          <a:solidFill>
            <a:srgbClr val="CD7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92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021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as-is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files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99460"/>
            <a:ext cx="1874520" cy="36576"/>
          </a:xfrm>
          <a:prstGeom prst="rect">
            <a:avLst/>
          </a:prstGeom>
          <a:solidFill>
            <a:srgbClr val="E2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823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+ PyArrow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476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8395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92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379220"/>
            <a:ext cx="2606040" cy="640080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3792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2021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deduped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type-cast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3299460"/>
            <a:ext cx="1874520" cy="36576"/>
          </a:xfrm>
          <a:prstGeom prst="rect">
            <a:avLst/>
          </a:prstGeom>
          <a:solidFill>
            <a:srgbClr val="E2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34823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staging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476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8395"/>
                </a:solidFill>
              </a:rPr>
              <a:t>▶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92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379220"/>
            <a:ext cx="2606040" cy="64008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3792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2021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299460"/>
            <a:ext cx="1874520" cy="36576"/>
          </a:xfrm>
          <a:prstGeom prst="rect">
            <a:avLst/>
          </a:prstGeom>
          <a:solidFill>
            <a:srgbClr val="E2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4823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marts models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3474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77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16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706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107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+ PyArrow + fastexcel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77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163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4706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74720" y="21107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(Docker)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2877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163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4706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21107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dbt-core + dbt-postgres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1165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45179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2994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0080" y="39395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+ SQLAlchemy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31165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345179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3360" y="32994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Analytics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474720" y="39395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(99 DAX measures)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31165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45179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2994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309360" y="39395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structlog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472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92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562100"/>
            <a:ext cx="640080" cy="640080"/>
          </a:xfrm>
          <a:prstGeom prst="ellipse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62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3393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7965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via fastexcel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Polars DataFrame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3850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3792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62100"/>
            <a:ext cx="640080" cy="640080"/>
          </a:xfrm>
          <a:prstGeom prst="ellipse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562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23393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27965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(batch insert)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3850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92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0680" y="1562100"/>
            <a:ext cx="640080" cy="640080"/>
          </a:xfrm>
          <a:prstGeom prst="ellipse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1562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3393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7965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staging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type-cast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cleaned columns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3850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8395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92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0" y="1562100"/>
            <a:ext cx="640080" cy="640080"/>
          </a:xfrm>
          <a:prstGeom prst="ellipse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0" y="1562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23393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7965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marts: 6 dims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fact 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aggregations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8570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778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335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735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778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3335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19735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(1.1M rows)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778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3335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19735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778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3335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03720" y="19735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22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42260"/>
            <a:ext cx="3931920" cy="411480"/>
          </a:xfrm>
          <a:prstGeom prst="rect">
            <a:avLst/>
          </a:prstGeom>
          <a:solidFill>
            <a:srgbClr val="0A4D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2994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dim_billing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dim_staff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422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842260"/>
            <a:ext cx="3931920" cy="411480"/>
          </a:xfrm>
          <a:prstGeom prst="rect">
            <a:avLst/>
          </a:prstGeom>
          <a:solidFill>
            <a:srgbClr val="0A4D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Aggregation Tables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2994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fct_sales (6 FKs, 4 measures)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agg_sales_daily / monthly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agg_sales_by_product / customer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agg_sales_by_site / staff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agg_returns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metrics_summary (MTD/YTD)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4219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REST API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77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7780"/>
            <a:ext cx="4114800" cy="457200"/>
          </a:xfrm>
          <a:prstGeom prst="rect">
            <a:avLst/>
          </a:prstGeom>
          <a:solidFill>
            <a:srgbClr val="0A4D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364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/api/v1/analytics/kpi-summary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/api/v1/analytics/trends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/api/v1/analytics/product-ranking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/api/v1/analytics/customer-ranking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/api/v1/analytics/site-performance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/api/v1/analytics/staff-performance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/api/v1/analytics/returns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/api/v1/analytics/billing-breakdown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877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287780"/>
            <a:ext cx="3840480" cy="457200"/>
          </a:xfrm>
          <a:prstGeom prst="rect">
            <a:avLst/>
          </a:prstGeom>
          <a:solidFill>
            <a:srgbClr val="0A4D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78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9278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850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850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8422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8422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994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2994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(JSON)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7566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7566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2138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2138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for frontend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6167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Integration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77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33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650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850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trends, rankings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77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333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0650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Group Items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3850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77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333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0650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3850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802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08020"/>
            <a:ext cx="8229600" cy="411480"/>
          </a:xfrm>
          <a:prstGeom prst="rect">
            <a:avLst/>
          </a:prstGeom>
          <a:solidFill>
            <a:srgbClr val="0A4D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Categories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7566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Measures (sales, quantity, returns)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041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(MTD, QTD, YTD)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516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Metrics (MoM, QoQ, YoY)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566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(product, customer, site)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1041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 &amp; Variance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4516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Group (11 time periods)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53882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287780"/>
            <a:ext cx="7680960" cy="64008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1287780"/>
            <a:ext cx="54864" cy="64008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3060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6078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data isolation across all layers (bronze, silver, gold)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065020"/>
            <a:ext cx="7680960" cy="64008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065020"/>
            <a:ext cx="54864" cy="64008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05840" y="20833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850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via .env files, never hardcoded in source code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842260"/>
            <a:ext cx="7680960" cy="64008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2842260"/>
            <a:ext cx="54864" cy="64008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28605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Isolation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31623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bound to 127.0.0.1 only, containerized services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619500"/>
            <a:ext cx="7680960" cy="64008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1520" y="3619500"/>
            <a:ext cx="54864" cy="64008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36377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39395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whitelist before INSERT, parameterized queries throughout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4396740"/>
            <a:ext cx="7680960" cy="640080"/>
          </a:xfrm>
          <a:prstGeom prst="rect">
            <a:avLst/>
          </a:prstGeom>
          <a:solidFill>
            <a:srgbClr val="0A4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" y="4396740"/>
            <a:ext cx="54864" cy="64008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5840" y="44150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Precision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47167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NUMERIC(18,4) for all monetary values, no floating-point errors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0247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77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7780"/>
            <a:ext cx="64008" cy="146304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249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936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2023 - Q4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877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287780"/>
            <a:ext cx="64008" cy="146304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4249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7492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22936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pytest-cov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251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25140"/>
            <a:ext cx="64008" cy="146304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1623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1.4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1520" y="37109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03097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Power BI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251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3025140"/>
            <a:ext cx="64008" cy="146304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31623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8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074920" y="37109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403097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 ingested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814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88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2877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778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877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735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765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shadcn/ui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react-grid-layout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39540"/>
            <a:ext cx="1280160" cy="32004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9395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2877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128778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12877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19735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4765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imports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3939540"/>
            <a:ext cx="1280160" cy="320040"/>
          </a:xfrm>
          <a:prstGeom prst="rect">
            <a:avLst/>
          </a:prstGeom>
          <a:solidFill>
            <a:srgbClr val="4A5B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0360" y="39395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77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28778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2877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9735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4765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insights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939540"/>
            <a:ext cx="1280160" cy="320040"/>
          </a:xfrm>
          <a:prstGeom prst="rect">
            <a:avLst/>
          </a:prstGeom>
          <a:solidFill>
            <a:srgbClr val="4A5B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39395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12877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5160" y="128778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12877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4.0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19735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24765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3939540"/>
            <a:ext cx="1280160" cy="320040"/>
          </a:xfrm>
          <a:prstGeom prst="rect">
            <a:avLst/>
          </a:prstGeom>
          <a:solidFill>
            <a:srgbClr val="4A5B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60920" y="39395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352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657600" y="2476500"/>
            <a:ext cx="1828800" cy="36576"/>
          </a:xfrm>
          <a:prstGeom prst="rect">
            <a:avLst/>
          </a:prstGeom>
          <a:solidFill>
            <a:srgbClr val="05B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7508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573779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4762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DataPulse  |  Business &amp; Sales Analytics SaaS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6568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406E2E-2505-4F9B-94BE-E7754453456E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667</Words>
  <Application>Microsoft Office PowerPoint</Application>
  <PresentationFormat>On-screen Show (16:9)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DataPulse - Business &amp; Sales Analytics SaaS</dc:title>
  <dc:subject>PptxGenJS Presentation</dc:subject>
  <dc:creator>DataPulse Team</dc:creator>
  <cp:lastModifiedBy>Ahmed Mahmoud</cp:lastModifiedBy>
  <cp:revision>2</cp:revision>
  <dcterms:created xsi:type="dcterms:W3CDTF">2026-03-27T16:30:14Z</dcterms:created>
  <dcterms:modified xsi:type="dcterms:W3CDTF">2026-03-27T16:47:28Z</dcterms:modified>
</cp:coreProperties>
</file>